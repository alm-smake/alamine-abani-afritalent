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A4872-FDD7-4426-8074-48C1B4EC5CC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D73E1-5782-4049-902B-FA1BFCA9F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613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D73E1-5782-4049-902B-FA1BFCA9F70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193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2059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564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63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92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440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853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71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805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91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959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23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9CC91D1-1EB1-44EF-B9E7-7D51DEFE7A0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4A9A4F1-1E47-43F0-B59E-850FD2BD3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3222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verr.com/?utm_source=chatgpt.com" TargetMode="External"/><Relationship Id="rId2" Type="http://schemas.openxmlformats.org/officeDocument/2006/relationships/hyperlink" Target="https://www.upwork.com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lt.fr/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lm-smake.github.io/ALAMINE-ABANI-AfriTalent/" TargetMode="External"/><Relationship Id="rId2" Type="http://schemas.openxmlformats.org/officeDocument/2006/relationships/hyperlink" Target="https://github.com/ALM-SMAKE/ALAMINE-ABANI-AfriTalent/commits/mai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B2F20-FD8D-8968-F7ED-5D2E4ADBA6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AfriTalent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01FD4C-6F14-6A35-D980-C93957616D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Nom : Alamine</a:t>
            </a:r>
          </a:p>
          <a:p>
            <a:pPr algn="l"/>
            <a:r>
              <a:rPr lang="en-US" dirty="0"/>
              <a:t>Classe: L1Iage</a:t>
            </a:r>
          </a:p>
          <a:p>
            <a:pPr algn="l"/>
            <a:r>
              <a:rPr lang="en-US" dirty="0"/>
              <a:t>Date: 17/06/2026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7806609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FA146-CB50-71A7-6ADF-42E984EF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Sommaire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389D21-7569-FC3B-4050-14D42CEF1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1- 	</a:t>
            </a:r>
            <a:r>
              <a:rPr lang="en-US" dirty="0" err="1"/>
              <a:t>Pr</a:t>
            </a:r>
            <a:r>
              <a:rPr lang="fr-FR" dirty="0"/>
              <a:t>é</a:t>
            </a:r>
            <a:r>
              <a:rPr lang="en-US" dirty="0" err="1"/>
              <a:t>sentation</a:t>
            </a:r>
            <a:r>
              <a:rPr lang="en-US" dirty="0"/>
              <a:t> </a:t>
            </a:r>
          </a:p>
          <a:p>
            <a:r>
              <a:rPr lang="en-US" dirty="0"/>
              <a:t>2- 	Design</a:t>
            </a:r>
          </a:p>
          <a:p>
            <a:r>
              <a:rPr lang="en-US" dirty="0"/>
              <a:t>3- 	</a:t>
            </a:r>
            <a:r>
              <a:rPr lang="en-US" dirty="0" err="1"/>
              <a:t>architechture</a:t>
            </a:r>
            <a:endParaRPr lang="en-US" dirty="0"/>
          </a:p>
          <a:p>
            <a:r>
              <a:rPr lang="en-US" dirty="0"/>
              <a:t>4- 	Technique</a:t>
            </a:r>
          </a:p>
          <a:p>
            <a:r>
              <a:rPr lang="en-US" dirty="0"/>
              <a:t>5-	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/>
              <a:t>6- 	Difficult</a:t>
            </a:r>
            <a:r>
              <a:rPr lang="fr-FR" dirty="0" err="1"/>
              <a:t>és</a:t>
            </a:r>
            <a:endParaRPr lang="en-US" dirty="0"/>
          </a:p>
          <a:p>
            <a:r>
              <a:rPr lang="en-US" dirty="0"/>
              <a:t>7- 	</a:t>
            </a:r>
            <a:r>
              <a:rPr lang="en-US" dirty="0" err="1"/>
              <a:t>Ressources</a:t>
            </a:r>
            <a:endParaRPr lang="en-US" dirty="0"/>
          </a:p>
          <a:p>
            <a:r>
              <a:rPr lang="en-US" dirty="0"/>
              <a:t>8- 	Demo</a:t>
            </a:r>
          </a:p>
          <a:p>
            <a:r>
              <a:rPr lang="en-US" dirty="0"/>
              <a:t>9-	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189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3544FA-EE9D-BDF6-046B-2D93C426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Pr</a:t>
            </a:r>
            <a:r>
              <a:rPr lang="fr-FR" dirty="0"/>
              <a:t>é</a:t>
            </a:r>
            <a:r>
              <a:rPr lang="en-US" dirty="0" err="1"/>
              <a:t>sentation</a:t>
            </a:r>
            <a:r>
              <a:rPr lang="en-US" dirty="0"/>
              <a:t> du </a:t>
            </a:r>
            <a:r>
              <a:rPr lang="en-US" dirty="0" err="1"/>
              <a:t>Projet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0F8137-8047-3DD4-A717-042356D3E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AfriTalent</a:t>
            </a:r>
            <a:r>
              <a:rPr lang="en-US" dirty="0"/>
              <a:t> est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platforme</a:t>
            </a:r>
            <a:r>
              <a:rPr lang="en-US" dirty="0"/>
              <a:t> </a:t>
            </a:r>
            <a:r>
              <a:rPr lang="en-US" dirty="0" err="1"/>
              <a:t>visant</a:t>
            </a:r>
            <a:r>
              <a:rPr lang="en-US" dirty="0"/>
              <a:t> à connecter les freelances </a:t>
            </a:r>
            <a:r>
              <a:rPr lang="en-US" dirty="0" err="1"/>
              <a:t>africains</a:t>
            </a:r>
            <a:r>
              <a:rPr lang="en-US" dirty="0"/>
              <a:t> aux </a:t>
            </a:r>
            <a:r>
              <a:rPr lang="en-US" dirty="0" err="1"/>
              <a:t>entreprises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Ojectifs</a:t>
            </a:r>
            <a:r>
              <a:rPr lang="en-US" dirty="0"/>
              <a:t>:</a:t>
            </a:r>
            <a:r>
              <a:rPr lang="fr-FR" dirty="0"/>
              <a:t> Valoriser les talents, simplifier le recrutement et proposer une interface moderne</a:t>
            </a:r>
          </a:p>
          <a:p>
            <a:endParaRPr lang="fr-FR" dirty="0"/>
          </a:p>
          <a:p>
            <a:r>
              <a:rPr lang="fr-FR" dirty="0"/>
              <a:t>Publics cibles: Freelances, Startups et entreprises</a:t>
            </a:r>
          </a:p>
        </p:txBody>
      </p:sp>
    </p:spTree>
    <p:extLst>
      <p:ext uri="{BB962C8B-B14F-4D97-AF65-F5344CB8AC3E}">
        <p14:creationId xmlns:p14="http://schemas.microsoft.com/office/powerpoint/2010/main" val="156266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A93C02-55E2-9D9B-4C25-06F1D60F3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Choix de design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AC0F7C-9AC5-E077-6D13-ED62367E7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Nos couleurs : Bleu , Gris et le Noir</a:t>
            </a:r>
          </a:p>
          <a:p>
            <a:endParaRPr lang="en-US" dirty="0"/>
          </a:p>
          <a:p>
            <a:r>
              <a:rPr lang="en-US" dirty="0"/>
              <a:t>Ce choix est dues au faites </a:t>
            </a:r>
            <a:r>
              <a:rPr lang="en-US" dirty="0" err="1"/>
              <a:t>qu’elles</a:t>
            </a:r>
            <a:r>
              <a:rPr lang="en-US" dirty="0"/>
              <a:t> nous </a:t>
            </a:r>
            <a:r>
              <a:rPr lang="en-US" dirty="0" err="1"/>
              <a:t>ressembles</a:t>
            </a:r>
            <a:r>
              <a:rPr lang="en-US" dirty="0"/>
              <a:t> le plus</a:t>
            </a:r>
          </a:p>
          <a:p>
            <a:r>
              <a:rPr lang="fr-FR" b="1" dirty="0"/>
              <a:t> Inspirations: </a:t>
            </a:r>
            <a:r>
              <a:rPr lang="fr-FR" dirty="0"/>
              <a:t>La conception d'</a:t>
            </a:r>
            <a:r>
              <a:rPr lang="fr-FR" dirty="0" err="1"/>
              <a:t>AfriTalent</a:t>
            </a:r>
            <a:r>
              <a:rPr lang="fr-FR" dirty="0"/>
              <a:t> s'inspire de plusieurs plateformes reconnues :</a:t>
            </a:r>
          </a:p>
          <a:p>
            <a:pPr marL="0" indent="0">
              <a:buNone/>
            </a:pPr>
            <a:r>
              <a:rPr lang="fr-FR" dirty="0">
                <a:hlinkClick r:id="rId2"/>
              </a:rPr>
              <a:t>- </a:t>
            </a:r>
            <a:r>
              <a:rPr lang="fr-FR" dirty="0" err="1">
                <a:hlinkClick r:id="rId2"/>
              </a:rPr>
              <a:t>Upwork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>
                <a:hlinkClick r:id="rId3"/>
              </a:rPr>
              <a:t>- </a:t>
            </a:r>
            <a:r>
              <a:rPr lang="fr-FR" dirty="0" err="1">
                <a:hlinkClick r:id="rId3"/>
              </a:rPr>
              <a:t>Fiverr</a:t>
            </a:r>
            <a:r>
              <a:rPr lang="fr-FR" dirty="0"/>
              <a:t> </a:t>
            </a:r>
          </a:p>
          <a:p>
            <a:pPr>
              <a:buFontTx/>
              <a:buChar char="-"/>
            </a:pPr>
            <a:r>
              <a:rPr lang="fr-FR" dirty="0">
                <a:hlinkClick r:id="rId4"/>
              </a:rPr>
              <a:t>Malt</a:t>
            </a:r>
            <a:r>
              <a:rPr lang="fr-FR" dirty="0"/>
              <a:t> </a:t>
            </a:r>
          </a:p>
          <a:p>
            <a:pPr>
              <a:buFontTx/>
              <a:buChar char="-"/>
            </a:pPr>
            <a:r>
              <a:rPr lang="fr-FR" dirty="0"/>
              <a:t>Et certaines </a:t>
            </a:r>
            <a:r>
              <a:rPr lang="fr-FR" dirty="0" err="1"/>
              <a:t>videos</a:t>
            </a:r>
            <a:r>
              <a:rPr lang="fr-FR" dirty="0"/>
              <a:t> sur </a:t>
            </a:r>
            <a:r>
              <a:rPr lang="fr-FR" dirty="0" err="1"/>
              <a:t>TikToK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779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CB610B-E026-BC5B-4134-7AAD6EDBB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Police et inspiration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DFDB66-1CD1-13F3-421C-F24CADB5F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Police : Arial car </a:t>
            </a:r>
            <a:r>
              <a:rPr lang="en-US" dirty="0" err="1"/>
              <a:t>elle</a:t>
            </a:r>
            <a:r>
              <a:rPr lang="en-US" dirty="0"/>
              <a:t> est </a:t>
            </a:r>
            <a:r>
              <a:rPr lang="en-US" dirty="0" err="1"/>
              <a:t>facilement</a:t>
            </a:r>
            <a:r>
              <a:rPr lang="en-US" dirty="0"/>
              <a:t> </a:t>
            </a:r>
            <a:r>
              <a:rPr lang="en-US" dirty="0" err="1"/>
              <a:t>lisible</a:t>
            </a:r>
            <a:endParaRPr lang="en-US" dirty="0"/>
          </a:p>
          <a:p>
            <a:r>
              <a:rPr lang="en-US" dirty="0"/>
              <a:t>Inspiration: </a:t>
            </a:r>
            <a:r>
              <a:rPr lang="en-US" dirty="0" err="1"/>
              <a:t>Certaine</a:t>
            </a:r>
            <a:r>
              <a:rPr lang="en-US" dirty="0"/>
              <a:t> Site </a:t>
            </a:r>
            <a:r>
              <a:rPr lang="en-US" dirty="0" err="1"/>
              <a:t>suivie</a:t>
            </a:r>
            <a:r>
              <a:rPr lang="en-US" dirty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898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D535C-7A24-B071-FD22-06BB28FF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24261"/>
          </a:xfrm>
        </p:spPr>
        <p:txBody>
          <a:bodyPr/>
          <a:lstStyle/>
          <a:p>
            <a:pPr algn="ctr"/>
            <a:r>
              <a:rPr lang="en-US" dirty="0" err="1"/>
              <a:t>Architechture</a:t>
            </a:r>
            <a:r>
              <a:rPr lang="en-US" dirty="0"/>
              <a:t> du site &amp; capture </a:t>
            </a:r>
            <a:r>
              <a:rPr lang="en-US" dirty="0" err="1"/>
              <a:t>d’ecran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4A108F-BD1B-7E6F-A7DD-339CC0E62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126"/>
            <a:ext cx="10515600" cy="4842838"/>
          </a:xfrm>
        </p:spPr>
        <p:txBody>
          <a:bodyPr/>
          <a:lstStyle/>
          <a:p>
            <a:r>
              <a:rPr lang="en-US" dirty="0"/>
              <a:t>Nos pages : </a:t>
            </a:r>
            <a:r>
              <a:rPr lang="en-US" dirty="0" err="1"/>
              <a:t>Acceuil</a:t>
            </a:r>
            <a:r>
              <a:rPr lang="en-US" dirty="0"/>
              <a:t>, Freelances, Tarif, A </a:t>
            </a:r>
            <a:r>
              <a:rPr lang="en-US" dirty="0" err="1"/>
              <a:t>Propos</a:t>
            </a:r>
            <a:r>
              <a:rPr lang="en-US" dirty="0"/>
              <a:t>, Blog et le contact</a:t>
            </a:r>
          </a:p>
          <a:p>
            <a:r>
              <a:rPr lang="en-US" dirty="0"/>
              <a:t>Nous </a:t>
            </a:r>
            <a:r>
              <a:rPr lang="en-US" dirty="0" err="1"/>
              <a:t>avons</a:t>
            </a:r>
            <a:r>
              <a:rPr lang="en-US" dirty="0"/>
              <a:t> </a:t>
            </a:r>
            <a:r>
              <a:rPr lang="en-US" dirty="0" err="1"/>
              <a:t>optee</a:t>
            </a:r>
            <a:r>
              <a:rPr lang="en-US" dirty="0"/>
              <a:t> pour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naviguation</a:t>
            </a:r>
            <a:r>
              <a:rPr lang="en-US" dirty="0"/>
              <a:t> simple pour </a:t>
            </a:r>
            <a:r>
              <a:rPr lang="en-US" dirty="0" err="1"/>
              <a:t>faciliter</a:t>
            </a:r>
            <a:r>
              <a:rPr lang="en-US" dirty="0"/>
              <a:t> </a:t>
            </a:r>
            <a:r>
              <a:rPr lang="en-US" dirty="0" err="1"/>
              <a:t>l’acces</a:t>
            </a:r>
            <a:r>
              <a:rPr lang="en-US" dirty="0"/>
              <a:t> aux </a:t>
            </a:r>
            <a:r>
              <a:rPr lang="en-US" dirty="0" err="1"/>
              <a:t>informtions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Voici</a:t>
            </a:r>
            <a:r>
              <a:rPr lang="en-US" dirty="0"/>
              <a:t> la structure du </a:t>
            </a:r>
            <a:r>
              <a:rPr lang="en-US" dirty="0" err="1"/>
              <a:t>projet</a:t>
            </a:r>
            <a:r>
              <a:rPr lang="en-US" dirty="0"/>
              <a:t>: Alamine-Abani-</a:t>
            </a:r>
            <a:r>
              <a:rPr lang="en-US" dirty="0" err="1"/>
              <a:t>AfriTalent</a:t>
            </a:r>
            <a:r>
              <a:rPr lang="en-US" dirty="0"/>
              <a:t>/index.html,freelance.html,about.html,tarif.html,contact.html,blog.html,CSS/style.css et JS/main.js</a:t>
            </a:r>
          </a:p>
          <a:p>
            <a:pPr marL="0" indent="0">
              <a:buNone/>
            </a:pPr>
            <a:r>
              <a:rPr lang="fr-FR" dirty="0"/>
              <a:t>*Accueil				  * 	Freelances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9FD71C-8129-3C72-E312-97941DBF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16" y="4498723"/>
            <a:ext cx="4482059" cy="235927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A27FC98-C6A0-4958-B4DB-A5BACFB18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018" y="4510802"/>
            <a:ext cx="5734851" cy="24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23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83D31F-146D-583F-29FF-6E0ADE4E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Capture </a:t>
            </a:r>
            <a:r>
              <a:rPr lang="en-US" dirty="0" err="1"/>
              <a:t>d’ecran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A471AF3-C2B2-1347-B435-5481E2824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87" y="1364104"/>
            <a:ext cx="4209011" cy="241341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EAD46C4-4ECB-A630-F9C3-C9FB552FA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48307"/>
            <a:ext cx="4209010" cy="242921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268CDF3-8707-9A5E-2311-FAB794677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358" y="4177977"/>
            <a:ext cx="4383407" cy="231489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903FCE8-F36F-FE27-B9E0-EBFBFCF346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395" y="4177977"/>
            <a:ext cx="3682581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1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0035F0-21DE-4B1D-C6C0-CF6348A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Points Techniques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9251D1-C88D-665E-A08B-A5F857521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Dark mode:   </a:t>
            </a:r>
            <a:r>
              <a:rPr lang="fr-FR" sz="1500" dirty="0" err="1"/>
              <a:t>const</a:t>
            </a:r>
            <a:r>
              <a:rPr lang="fr-FR" sz="1500" dirty="0"/>
              <a:t> </a:t>
            </a:r>
            <a:r>
              <a:rPr lang="fr-FR" sz="1500" dirty="0" err="1"/>
              <a:t>toggleBtn</a:t>
            </a:r>
            <a:r>
              <a:rPr lang="fr-FR" sz="1500" dirty="0"/>
              <a:t>  =  </a:t>
            </a:r>
            <a:r>
              <a:rPr lang="fr-FR" sz="1500" dirty="0" err="1"/>
              <a:t>document.getElementById</a:t>
            </a:r>
            <a:r>
              <a:rPr lang="fr-FR" sz="1500" dirty="0"/>
              <a:t>("</a:t>
            </a:r>
            <a:r>
              <a:rPr lang="fr-FR" sz="1500" dirty="0" err="1"/>
              <a:t>darkModeToggle</a:t>
            </a:r>
            <a:r>
              <a:rPr lang="fr-FR" sz="1500" dirty="0"/>
              <a:t>");</a:t>
            </a:r>
          </a:p>
          <a:p>
            <a:pPr marL="0" indent="0">
              <a:buNone/>
            </a:pPr>
            <a:r>
              <a:rPr lang="fr-FR" sz="1500" dirty="0"/>
              <a:t>if (</a:t>
            </a:r>
            <a:r>
              <a:rPr lang="fr-FR" sz="1500" dirty="0" err="1"/>
              <a:t>localStorage.getItem</a:t>
            </a:r>
            <a:r>
              <a:rPr lang="fr-FR" sz="1500" dirty="0"/>
              <a:t>("</a:t>
            </a:r>
            <a:r>
              <a:rPr lang="fr-FR" sz="1500" dirty="0" err="1"/>
              <a:t>darkMode</a:t>
            </a:r>
            <a:r>
              <a:rPr lang="fr-FR" sz="1500" dirty="0"/>
              <a:t>") === "</a:t>
            </a:r>
            <a:r>
              <a:rPr lang="fr-FR" sz="1500" dirty="0" err="1"/>
              <a:t>enabled</a:t>
            </a:r>
            <a:r>
              <a:rPr lang="fr-FR" sz="1500" dirty="0"/>
              <a:t>") { </a:t>
            </a:r>
            <a:r>
              <a:rPr lang="fr-FR" sz="1500" dirty="0" err="1"/>
              <a:t>document.body.classList.add</a:t>
            </a:r>
            <a:r>
              <a:rPr lang="fr-FR" sz="1500" dirty="0"/>
              <a:t>("</a:t>
            </a:r>
            <a:r>
              <a:rPr lang="fr-FR" sz="1500" dirty="0" err="1"/>
              <a:t>dark</a:t>
            </a:r>
            <a:r>
              <a:rPr lang="fr-FR" sz="1500" dirty="0"/>
              <a:t>-mode"); if (</a:t>
            </a:r>
            <a:r>
              <a:rPr lang="fr-FR" sz="1500" dirty="0" err="1"/>
              <a:t>toggleBtn</a:t>
            </a:r>
            <a:r>
              <a:rPr lang="fr-FR" sz="1500" dirty="0"/>
              <a:t>) </a:t>
            </a:r>
            <a:r>
              <a:rPr lang="fr-FR" sz="1500" dirty="0" err="1"/>
              <a:t>toggleBtn.textContent</a:t>
            </a:r>
            <a:r>
              <a:rPr lang="fr-FR" sz="1500" dirty="0"/>
              <a:t> = "☀️";}</a:t>
            </a:r>
          </a:p>
          <a:p>
            <a:pPr marL="0" indent="0">
              <a:buNone/>
            </a:pPr>
            <a:r>
              <a:rPr lang="fr-FR" sz="2400" dirty="0"/>
              <a:t>Pout changer l’</a:t>
            </a:r>
            <a:r>
              <a:rPr lang="fr-FR" sz="2400" dirty="0" err="1"/>
              <a:t>emoticone</a:t>
            </a:r>
            <a:r>
              <a:rPr lang="fr-FR" sz="2400" dirty="0"/>
              <a:t> si l’on passe en sombre mode</a:t>
            </a:r>
            <a:endParaRPr lang="fr-FR" sz="2000" dirty="0"/>
          </a:p>
          <a:p>
            <a:r>
              <a:rPr lang="fr-FR" dirty="0"/>
              <a:t>Filtre: </a:t>
            </a:r>
            <a:r>
              <a:rPr lang="fr-FR" sz="1500" dirty="0" err="1"/>
              <a:t>const</a:t>
            </a:r>
            <a:r>
              <a:rPr lang="fr-FR" sz="1500" dirty="0"/>
              <a:t> </a:t>
            </a:r>
            <a:r>
              <a:rPr lang="fr-FR" sz="1500" dirty="0" err="1"/>
              <a:t>freelanceFilterBtns</a:t>
            </a:r>
            <a:r>
              <a:rPr lang="fr-FR" sz="1500" dirty="0"/>
              <a:t> = </a:t>
            </a:r>
            <a:r>
              <a:rPr lang="fr-FR" sz="1500" dirty="0" err="1"/>
              <a:t>document.querySelectorAll</a:t>
            </a:r>
            <a:r>
              <a:rPr lang="fr-FR" sz="1500" dirty="0"/>
              <a:t>(".</a:t>
            </a:r>
            <a:r>
              <a:rPr lang="fr-FR" sz="1500" dirty="0" err="1"/>
              <a:t>filter-btn</a:t>
            </a:r>
            <a:r>
              <a:rPr lang="fr-FR" sz="1500" dirty="0"/>
              <a:t>");</a:t>
            </a:r>
            <a:r>
              <a:rPr lang="fr-FR" sz="1500" dirty="0" err="1"/>
              <a:t>const</a:t>
            </a:r>
            <a:r>
              <a:rPr lang="fr-FR" sz="1500" dirty="0"/>
              <a:t> </a:t>
            </a:r>
            <a:r>
              <a:rPr lang="fr-FR" sz="1500" dirty="0" err="1"/>
              <a:t>freelanceCards</a:t>
            </a:r>
            <a:r>
              <a:rPr lang="fr-FR" sz="1500" dirty="0"/>
              <a:t> = </a:t>
            </a:r>
            <a:r>
              <a:rPr lang="fr-FR" sz="1500" dirty="0" err="1"/>
              <a:t>document.querySelectorAll</a:t>
            </a:r>
            <a:r>
              <a:rPr lang="fr-FR" sz="1500" dirty="0"/>
              <a:t>(".freelance-</a:t>
            </a:r>
            <a:r>
              <a:rPr lang="fr-FR" sz="1500" dirty="0" err="1"/>
              <a:t>card</a:t>
            </a:r>
            <a:r>
              <a:rPr lang="fr-FR" sz="1500" dirty="0"/>
              <a:t>");if (</a:t>
            </a:r>
            <a:r>
              <a:rPr lang="fr-FR" sz="1500" dirty="0" err="1"/>
              <a:t>freelanceCards.length</a:t>
            </a:r>
            <a:r>
              <a:rPr lang="fr-FR" sz="1500" dirty="0"/>
              <a:t> &gt; 0) {  </a:t>
            </a:r>
            <a:r>
              <a:rPr lang="fr-FR" sz="1500" dirty="0" err="1"/>
              <a:t>freelanceFilterBtns.forEach</a:t>
            </a:r>
            <a:r>
              <a:rPr lang="fr-FR" sz="1500" dirty="0"/>
              <a:t>(</a:t>
            </a:r>
            <a:r>
              <a:rPr lang="fr-FR" sz="1500" dirty="0" err="1"/>
              <a:t>btn</a:t>
            </a:r>
            <a:r>
              <a:rPr lang="fr-FR" sz="1500" dirty="0"/>
              <a:t> =&gt; {</a:t>
            </a:r>
            <a:r>
              <a:rPr lang="fr-FR" sz="1500" dirty="0" err="1"/>
              <a:t>btn.addEventListener</a:t>
            </a:r>
            <a:r>
              <a:rPr lang="fr-FR" sz="1500" dirty="0"/>
              <a:t>("click", () =&gt; {   </a:t>
            </a:r>
            <a:r>
              <a:rPr lang="fr-FR" sz="1500" dirty="0" err="1"/>
              <a:t>freelanceFilterBtns.forEach</a:t>
            </a:r>
            <a:r>
              <a:rPr lang="fr-FR" sz="1500" dirty="0"/>
              <a:t>(b =&gt; {       </a:t>
            </a:r>
            <a:r>
              <a:rPr lang="fr-FR" sz="1500" dirty="0" err="1"/>
              <a:t>b.classList.remove</a:t>
            </a:r>
            <a:r>
              <a:rPr lang="fr-FR" sz="1500" dirty="0"/>
              <a:t>("</a:t>
            </a:r>
            <a:r>
              <a:rPr lang="fr-FR" sz="1500" dirty="0" err="1"/>
              <a:t>btn-primary</a:t>
            </a:r>
            <a:r>
              <a:rPr lang="fr-FR" sz="1500" dirty="0"/>
              <a:t>");</a:t>
            </a:r>
          </a:p>
          <a:p>
            <a:pPr marL="0" indent="0">
              <a:buNone/>
            </a:pPr>
            <a:r>
              <a:rPr lang="fr-FR" sz="1500" dirty="0"/>
              <a:t> </a:t>
            </a:r>
            <a:r>
              <a:rPr lang="fr-FR" sz="1500" dirty="0" err="1"/>
              <a:t>b.classList.add</a:t>
            </a:r>
            <a:r>
              <a:rPr lang="fr-FR" sz="1500" dirty="0"/>
              <a:t>("</a:t>
            </a:r>
            <a:r>
              <a:rPr lang="fr-FR" sz="1500" dirty="0" err="1"/>
              <a:t>btn-outline-primary</a:t>
            </a:r>
            <a:r>
              <a:rPr lang="fr-FR" sz="1500" dirty="0"/>
              <a:t>");     });</a:t>
            </a:r>
          </a:p>
          <a:p>
            <a:pPr marL="0" indent="0">
              <a:buNone/>
            </a:pPr>
            <a:r>
              <a:rPr lang="fr-FR" sz="1600" dirty="0"/>
              <a:t>Ici on demande de </a:t>
            </a:r>
            <a:r>
              <a:rPr lang="fr-FR" sz="1600" dirty="0" err="1"/>
              <a:t>selection</a:t>
            </a:r>
            <a:r>
              <a:rPr lang="fr-FR" sz="1600" dirty="0"/>
              <a:t> toutes les cartes et de les parcourir une a une jusqu’à la zone ou y’a eu le click</a:t>
            </a:r>
          </a:p>
          <a:p>
            <a:pPr marL="0" indent="0">
              <a:buNone/>
            </a:pPr>
            <a:endParaRPr lang="fr-FR" sz="20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948588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406B9F-5E93-E41C-00A4-10A527350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Point Techniques 2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509D53-6524-AAB0-9766-D7C07302C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:root {</a:t>
            </a:r>
          </a:p>
          <a:p>
            <a:pPr marL="0" indent="0">
              <a:buNone/>
            </a:pPr>
            <a:r>
              <a:rPr lang="fr-FR" sz="1100" dirty="0"/>
              <a:t>--</a:t>
            </a:r>
            <a:r>
              <a:rPr lang="fr-FR" sz="1100" dirty="0" err="1"/>
              <a:t>primary</a:t>
            </a:r>
            <a:r>
              <a:rPr lang="fr-FR" sz="1100" dirty="0"/>
              <a:t>: #0d6efd;</a:t>
            </a:r>
          </a:p>
          <a:p>
            <a:pPr marL="0" indent="0">
              <a:buNone/>
            </a:pPr>
            <a:r>
              <a:rPr lang="fr-FR" sz="1100" dirty="0"/>
              <a:t>  --</a:t>
            </a:r>
            <a:r>
              <a:rPr lang="fr-FR" sz="1100" dirty="0" err="1"/>
              <a:t>secondary</a:t>
            </a:r>
            <a:r>
              <a:rPr lang="fr-FR" sz="1100" dirty="0"/>
              <a:t>: #6610f2;</a:t>
            </a:r>
          </a:p>
          <a:p>
            <a:pPr marL="0" indent="0">
              <a:buNone/>
            </a:pPr>
            <a:r>
              <a:rPr lang="fr-FR" sz="1100" dirty="0"/>
              <a:t>    --</a:t>
            </a:r>
            <a:r>
              <a:rPr lang="fr-FR" sz="1100" dirty="0" err="1"/>
              <a:t>dark</a:t>
            </a:r>
            <a:r>
              <a:rPr lang="fr-FR" sz="1100" dirty="0"/>
              <a:t>: #0f172a;</a:t>
            </a:r>
          </a:p>
          <a:p>
            <a:pPr marL="0" indent="0">
              <a:buNone/>
            </a:pPr>
            <a:r>
              <a:rPr lang="fr-FR" sz="1100" dirty="0"/>
              <a:t>    --light: #f8fafc;</a:t>
            </a:r>
          </a:p>
          <a:p>
            <a:pPr marL="0" indent="0">
              <a:buNone/>
            </a:pPr>
            <a:r>
              <a:rPr lang="fr-FR" sz="1100" dirty="0"/>
              <a:t>    --</a:t>
            </a:r>
            <a:r>
              <a:rPr lang="fr-FR" sz="1100" dirty="0" err="1"/>
              <a:t>text</a:t>
            </a:r>
            <a:r>
              <a:rPr lang="fr-FR" sz="1100" dirty="0"/>
              <a:t>: #334155;</a:t>
            </a:r>
          </a:p>
          <a:p>
            <a:pPr marL="0" indent="0">
              <a:buNone/>
            </a:pPr>
            <a:r>
              <a:rPr lang="fr-FR" sz="1100" dirty="0"/>
              <a:t>    --white: #ffffff;</a:t>
            </a:r>
          </a:p>
          <a:p>
            <a:pPr marL="0" indent="0">
              <a:buNone/>
            </a:pPr>
            <a:r>
              <a:rPr lang="fr-FR" sz="1100" dirty="0"/>
              <a:t>    --radius: 20px;</a:t>
            </a:r>
          </a:p>
          <a:p>
            <a:pPr marL="0" indent="0">
              <a:buNone/>
            </a:pPr>
            <a:r>
              <a:rPr lang="fr-FR" sz="1100" dirty="0"/>
              <a:t>    --section-</a:t>
            </a:r>
            <a:r>
              <a:rPr lang="fr-FR" sz="1100" dirty="0" err="1"/>
              <a:t>padding</a:t>
            </a:r>
            <a:r>
              <a:rPr lang="fr-FR" sz="1100" dirty="0"/>
              <a:t>: 80px;</a:t>
            </a:r>
          </a:p>
          <a:p>
            <a:pPr marL="0" indent="0">
              <a:buNone/>
            </a:pPr>
            <a:r>
              <a:rPr lang="fr-FR" sz="1100" dirty="0"/>
              <a:t>    --transition: 0.4s;</a:t>
            </a:r>
          </a:p>
          <a:p>
            <a:pPr marL="0" indent="0">
              <a:buNone/>
            </a:pPr>
            <a:r>
              <a:rPr lang="fr-FR" sz="1100" dirty="0"/>
              <a:t>   --</a:t>
            </a:r>
            <a:r>
              <a:rPr lang="fr-FR" sz="1100" dirty="0" err="1"/>
              <a:t>title</a:t>
            </a:r>
            <a:r>
              <a:rPr lang="fr-FR" sz="1100" dirty="0"/>
              <a:t>-size: 3rem;</a:t>
            </a:r>
          </a:p>
          <a:p>
            <a:pPr marL="0" indent="0">
              <a:buNone/>
            </a:pPr>
            <a:r>
              <a:rPr lang="fr-FR" sz="1100" dirty="0"/>
              <a:t>    --</a:t>
            </a:r>
            <a:r>
              <a:rPr lang="fr-FR" sz="1100" dirty="0" err="1"/>
              <a:t>text</a:t>
            </a:r>
            <a:r>
              <a:rPr lang="fr-FR" sz="1100" dirty="0"/>
              <a:t>-size: 1rem;</a:t>
            </a:r>
          </a:p>
          <a:p>
            <a:pPr marL="0" indent="0">
              <a:buNone/>
            </a:pPr>
            <a:r>
              <a:rPr lang="fr-FR" sz="1100" dirty="0"/>
              <a:t>}</a:t>
            </a:r>
          </a:p>
          <a:p>
            <a:r>
              <a:rPr lang="fr-FR" sz="1400" dirty="0"/>
              <a:t>Ici on a </a:t>
            </a:r>
            <a:r>
              <a:rPr lang="fr-FR" sz="1400" dirty="0" err="1"/>
              <a:t>declare</a:t>
            </a:r>
            <a:r>
              <a:rPr lang="fr-FR" sz="1400" dirty="0"/>
              <a:t> une variable qui stock les valeurs que l’on va y utiliser cela </a:t>
            </a:r>
            <a:r>
              <a:rPr lang="fr-FR" sz="1400" dirty="0" err="1"/>
              <a:t>represente</a:t>
            </a:r>
            <a:r>
              <a:rPr lang="fr-FR" sz="1400" dirty="0"/>
              <a:t> la taille la couleur les transition </a:t>
            </a:r>
            <a:r>
              <a:rPr lang="fr-FR" sz="1400" dirty="0" err="1"/>
              <a:t>etc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54572358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017CE-8AB3-80F1-CF6F-495393CD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Github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2588A-2595-9CF0-3288-D4B0449C1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Historiques</a:t>
            </a:r>
            <a:r>
              <a:rPr lang="en-US" dirty="0"/>
              <a:t>:  </a:t>
            </a:r>
            <a:r>
              <a:rPr lang="fr-FR" sz="2000" dirty="0" err="1">
                <a:hlinkClick r:id="rId2"/>
              </a:rPr>
              <a:t>Commits</a:t>
            </a:r>
            <a:r>
              <a:rPr lang="fr-FR" sz="2000" dirty="0">
                <a:hlinkClick r:id="rId2"/>
              </a:rPr>
              <a:t> · ALM-SMAKE/ALAMINE-ABANI-</a:t>
            </a:r>
            <a:r>
              <a:rPr lang="fr-FR" sz="2000" dirty="0" err="1">
                <a:hlinkClick r:id="rId2"/>
              </a:rPr>
              <a:t>AfriTalent</a:t>
            </a:r>
            <a:endParaRPr lang="fr-FR" sz="2000" dirty="0"/>
          </a:p>
          <a:p>
            <a:endParaRPr lang="fr-FR" sz="2000" dirty="0"/>
          </a:p>
          <a:p>
            <a:r>
              <a:rPr lang="fr-FR" dirty="0"/>
              <a:t>Workflow git </a:t>
            </a:r>
            <a:r>
              <a:rPr lang="fr-FR" sz="2000" dirty="0"/>
              <a:t>: ‘’git </a:t>
            </a:r>
            <a:r>
              <a:rPr lang="fr-FR" sz="2000" dirty="0" err="1"/>
              <a:t>add</a:t>
            </a:r>
            <a:r>
              <a:rPr lang="fr-FR" sz="2000" dirty="0"/>
              <a:t> . ’’ ,’’ git commit –m ’’message du commit’’ et ‘’git push’’</a:t>
            </a:r>
          </a:p>
          <a:p>
            <a:endParaRPr lang="fr-FR" sz="2000" dirty="0"/>
          </a:p>
          <a:p>
            <a:r>
              <a:rPr lang="fr-FR" sz="3200" dirty="0" err="1"/>
              <a:t>Github</a:t>
            </a:r>
            <a:r>
              <a:rPr lang="fr-FR" sz="3200" dirty="0"/>
              <a:t> Pages : </a:t>
            </a:r>
            <a:r>
              <a:rPr lang="fr-FR" sz="3200" b="1" dirty="0"/>
              <a:t> </a:t>
            </a:r>
            <a:r>
              <a:rPr lang="fr-FR" b="1" u="sng" dirty="0">
                <a:hlinkClick r:id="rId3"/>
              </a:rPr>
              <a:t>https://alm-smake.github.io/ALAMINE-ABANI-AfriTalent/</a:t>
            </a:r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pPr marL="0" indent="0">
              <a:buNone/>
            </a:pPr>
            <a:endParaRPr lang="fr-FR" sz="1200" dirty="0"/>
          </a:p>
          <a:p>
            <a:endParaRPr lang="fr-FR" sz="14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411178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83DBD-2AE8-CD06-D0DE-91CD918CE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		Difficultés rencontrées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B7AEFC-91D4-382A-DE81-AA7A669D8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J’avais</a:t>
            </a:r>
            <a:r>
              <a:rPr lang="en-US" dirty="0"/>
              <a:t> des elements </a:t>
            </a:r>
            <a:r>
              <a:rPr lang="en-US" dirty="0" err="1"/>
              <a:t>caché</a:t>
            </a:r>
            <a:r>
              <a:rPr lang="fr-FR" dirty="0"/>
              <a:t>s</a:t>
            </a:r>
            <a:r>
              <a:rPr lang="en-US" dirty="0"/>
              <a:t> par le hidden pour le </a:t>
            </a:r>
            <a:r>
              <a:rPr lang="en-US" dirty="0" err="1"/>
              <a:t>resoudre</a:t>
            </a:r>
            <a:r>
              <a:rPr lang="en-US" dirty="0"/>
              <a:t>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fais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rajouté</a:t>
            </a:r>
            <a:r>
              <a:rPr lang="en-US" dirty="0"/>
              <a:t> la </a:t>
            </a:r>
            <a:r>
              <a:rPr lang="en-US" dirty="0" err="1"/>
              <a:t>classe</a:t>
            </a:r>
            <a:r>
              <a:rPr lang="en-US" dirty="0"/>
              <a:t> show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j’avais</a:t>
            </a:r>
            <a:r>
              <a:rPr lang="en-US" dirty="0"/>
              <a:t> </a:t>
            </a:r>
            <a:r>
              <a:rPr lang="en-US" dirty="0" err="1"/>
              <a:t>oublié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fr-FR" dirty="0"/>
              <a:t>Le problème des cartes Bootstrap : </a:t>
            </a:r>
            <a:r>
              <a:rPr lang="fr-FR" dirty="0" err="1"/>
              <a:t>boobstap</a:t>
            </a:r>
            <a:r>
              <a:rPr lang="fr-FR" dirty="0"/>
              <a:t> venait </a:t>
            </a:r>
            <a:r>
              <a:rPr lang="fr-FR" dirty="0" err="1"/>
              <a:t>dejat</a:t>
            </a:r>
            <a:r>
              <a:rPr lang="fr-FR" dirty="0"/>
              <a:t> avec des cartes </a:t>
            </a:r>
            <a:r>
              <a:rPr lang="fr-FR" dirty="0" err="1"/>
              <a:t>integrés</a:t>
            </a:r>
            <a:r>
              <a:rPr lang="fr-FR" dirty="0"/>
              <a:t> pour le </a:t>
            </a:r>
            <a:r>
              <a:rPr lang="fr-FR" dirty="0" err="1"/>
              <a:t>resoudre</a:t>
            </a:r>
            <a:r>
              <a:rPr lang="fr-FR" dirty="0"/>
              <a:t> J'ai limité les modifications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 problème du menu burger: Je n'ai plus stylisé tous les boutons </a:t>
            </a:r>
          </a:p>
        </p:txBody>
      </p:sp>
    </p:spTree>
    <p:extLst>
      <p:ext uri="{BB962C8B-B14F-4D97-AF65-F5344CB8AC3E}">
        <p14:creationId xmlns:p14="http://schemas.microsoft.com/office/powerpoint/2010/main" val="2737627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19E0A-8129-9FBE-9F5B-3B9CA452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Ressources et documentation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79DCFE-F910-3266-7E10-610623128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TikTok, Chat GPT, </a:t>
            </a:r>
            <a:r>
              <a:rPr lang="en-US" dirty="0" err="1"/>
              <a:t>Boobstap</a:t>
            </a:r>
            <a:r>
              <a:rPr lang="en-US" dirty="0"/>
              <a:t>, MDN Web Docs, Validator W3C et BOOBSTAP ICON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0548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E9819E-A195-40F9-5745-725DC93F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Demonstration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FE1363-AECC-4EEC-0ADC-156170DDB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7728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DC705-A218-9712-05B6-12F47579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0AFAF-4C11-80F8-47B7-41F6DC328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AfriTalent</a:t>
            </a:r>
            <a:r>
              <a:rPr lang="en-US" dirty="0"/>
              <a:t> est plus un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aui</a:t>
            </a:r>
            <a:r>
              <a:rPr lang="en-US" dirty="0"/>
              <a:t> nous </a:t>
            </a:r>
            <a:r>
              <a:rPr lang="en-US" dirty="0" err="1"/>
              <a:t>testait</a:t>
            </a:r>
            <a:r>
              <a:rPr lang="en-US" dirty="0"/>
              <a:t> </a:t>
            </a:r>
            <a:r>
              <a:rPr lang="en-US" dirty="0" err="1"/>
              <a:t>afin</a:t>
            </a:r>
            <a:r>
              <a:rPr lang="en-US" dirty="0"/>
              <a:t>  de voir </a:t>
            </a:r>
            <a:r>
              <a:rPr lang="en-US" dirty="0" err="1"/>
              <a:t>nos</a:t>
            </a:r>
            <a:r>
              <a:rPr lang="en-US" dirty="0"/>
              <a:t> capacities de </a:t>
            </a:r>
            <a:r>
              <a:rPr lang="en-US" dirty="0" err="1"/>
              <a:t>recherches</a:t>
            </a:r>
            <a:r>
              <a:rPr lang="en-US" dirty="0"/>
              <a:t> et de pratiques </a:t>
            </a:r>
            <a:r>
              <a:rPr lang="en-US" dirty="0" err="1"/>
              <a:t>notamment</a:t>
            </a:r>
            <a:r>
              <a:rPr lang="en-US" dirty="0"/>
              <a:t> dans le JS, Git et </a:t>
            </a:r>
            <a:r>
              <a:rPr lang="en-US" dirty="0" err="1"/>
              <a:t>boobstap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n’oublions</a:t>
            </a:r>
            <a:r>
              <a:rPr lang="en-US" dirty="0"/>
              <a:t> pas le html et le </a:t>
            </a:r>
            <a:r>
              <a:rPr lang="en-US" dirty="0" err="1"/>
              <a:t>css</a:t>
            </a:r>
            <a:r>
              <a:rPr lang="en-US" dirty="0"/>
              <a:t> </a:t>
            </a:r>
            <a:r>
              <a:rPr lang="en-US" dirty="0" err="1"/>
              <a:t>aussi</a:t>
            </a:r>
            <a:r>
              <a:rPr lang="en-US" dirty="0"/>
              <a:t> </a:t>
            </a:r>
            <a:r>
              <a:rPr lang="en-US" dirty="0" err="1"/>
              <a:t>ainsi</a:t>
            </a:r>
            <a:r>
              <a:rPr lang="en-US" dirty="0"/>
              <a:t> de nous </a:t>
            </a:r>
            <a:r>
              <a:rPr lang="en-US" dirty="0" err="1"/>
              <a:t>initier</a:t>
            </a:r>
            <a:r>
              <a:rPr lang="en-US" dirty="0"/>
              <a:t> dans le quotient des Web designers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303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58572-DD4D-47EC-A683-C627541F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Amelioration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9BB5D2-FF62-942D-66FC-020CCA1EC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Rajouter</a:t>
            </a:r>
            <a:r>
              <a:rPr lang="en-US" dirty="0"/>
              <a:t> des bares de </a:t>
            </a:r>
            <a:r>
              <a:rPr lang="en-US" dirty="0" err="1"/>
              <a:t>recherches</a:t>
            </a:r>
            <a:endParaRPr lang="en-US" dirty="0"/>
          </a:p>
          <a:p>
            <a:r>
              <a:rPr lang="en-US" dirty="0" err="1"/>
              <a:t>Messagerie</a:t>
            </a:r>
            <a:r>
              <a:rPr lang="en-US" dirty="0"/>
              <a:t> interne</a:t>
            </a:r>
          </a:p>
          <a:p>
            <a:r>
              <a:rPr lang="en-US" dirty="0"/>
              <a:t>Mode de Paiement </a:t>
            </a:r>
          </a:p>
          <a:p>
            <a:r>
              <a:rPr lang="en-US" dirty="0"/>
              <a:t>Verification du compte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45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2847</TotalTime>
  <Words>667</Words>
  <Application>Microsoft Office PowerPoint</Application>
  <PresentationFormat>Grand écran</PresentationFormat>
  <Paragraphs>91</Paragraphs>
  <Slides>15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AfriTalent </vt:lpstr>
      <vt:lpstr>Sommaire</vt:lpstr>
      <vt:lpstr>Présentation du Projet</vt:lpstr>
      <vt:lpstr>Choix de design</vt:lpstr>
      <vt:lpstr>Police et inspiration</vt:lpstr>
      <vt:lpstr>Architechture du site &amp; capture d’ecran</vt:lpstr>
      <vt:lpstr>Capture d’ecran</vt:lpstr>
      <vt:lpstr>Points Techniques </vt:lpstr>
      <vt:lpstr>Point Techniques 2</vt:lpstr>
      <vt:lpstr>Github</vt:lpstr>
      <vt:lpstr>   Difficultés rencontrées</vt:lpstr>
      <vt:lpstr>Ressources et documentation utilisées</vt:lpstr>
      <vt:lpstr>Demonstration</vt:lpstr>
      <vt:lpstr>Conclusion</vt:lpstr>
      <vt:lpstr>Amelioration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alamine abani</dc:creator>
  <cp:lastModifiedBy>alamine abani</cp:lastModifiedBy>
  <cp:revision>4</cp:revision>
  <dcterms:created xsi:type="dcterms:W3CDTF">2026-06-15T02:57:04Z</dcterms:created>
  <dcterms:modified xsi:type="dcterms:W3CDTF">2026-06-23T22:14:27Z</dcterms:modified>
</cp:coreProperties>
</file>